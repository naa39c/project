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&amp; Retrieval Hardening for RAG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Defending Against Prompt Injection Attacks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Nicolas Aponte, Joey Contreras, Jayanth Kumar Mallireddy, Pavan Krishna Karri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ChromaDB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Sample Documents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Malicious Resume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submits query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ChromaDB retrieves relevant documents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OpenAI generates response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Defenses block malicious queries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Results: Before Defenses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Attempts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RAG system revealed sensitive information through prompt injection attacks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Initial RAG was resilient. Required careful prompt crafting to find vulnerabilities.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 Implemented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Sanitization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malicious prompts by detecting injection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Retrieval Filter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malicious documents and blocks retrieval of sensitive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defenses implemented in rag_defenses.py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After Defenses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Blocked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Achievement: All prompt injection attacks were successfully blocked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Multi-layered defenses are essential—no single solution prevents all attacks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sanitization must adapt as attackers refine their techniques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 validation prevents malicious content from entering the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 and iteration were crucial to identifying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defenses against prompt injection in RAG systems are achievable through strategic input sanitization and retrieval hardening.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github.com/naa39c/Project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2026-04-25T21:06:36Z</dcterms:created>
  <dcterms:modified xsi:type="dcterms:W3CDTF">2026-04-25T21:06:36Z</dcterms:modified>
</cp:coreProperties>
</file>